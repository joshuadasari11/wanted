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29184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48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Packing &amp; Allocation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Engine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Bin-Packing for Cluster Resource Scheduling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1605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  |  Problem Definition &amp; Need Identification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Number: 4        Guide: Mr. Maheshgowda Patil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193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Sumanth Patil   |   Neil Mascarenhas   |   Dasari Joshua   |   Akash Dani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128016"/>
            <a:ext cx="320040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63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" y="777240"/>
            <a:ext cx="12024360" cy="0"/>
          </a:xfrm>
          <a:prstGeom prst="line">
            <a:avLst/>
          </a:prstGeom>
          <a:noFill/>
          <a:ln w="22860">
            <a:solidFill>
              <a:srgbClr val="E494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Cluster/container environments deploy workloads with dynamic, multi-dimensional CPU, memory &amp; network demands.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reservation thresholds and round-robin scheduling ignore this multi-dimensional nature.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multi-dimensional resource fragmentation — a node can have 70% free CPU but 0% free RAM, stranding the remaining CPU.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Industry-wide server underutilization of 20–40%, forcing costly hardware over-provisioning.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sudden traffic bursts, poorly packed nodes suffer localized starvation and OOM failures.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problem: model cluster scheduling as a multi-dimensional bin-packing problem to place workloads intelligently across CPU + RAM together.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128016"/>
            <a:ext cx="320040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63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" y="777240"/>
            <a:ext cx="12024360" cy="0"/>
          </a:xfrm>
          <a:prstGeom prst="line">
            <a:avLst/>
          </a:prstGeom>
          <a:noFill/>
          <a:ln w="22860">
            <a:solidFill>
              <a:srgbClr val="E494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— System/DevOps Administrators: need automated scaling &amp; intelligent placement; currently face manual intervention during workload spikes and high operational overhead.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— Application Developers: need consistent environments without hardware constraints; deployments currently fail to schedule due to localized resource exhaustion (OOM).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— Cloud FinOps Teams: need maximum hardware utilization and predictable billing; currently see a high share of spend wasted on idle but allocated capacity.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— End-Users: need uninterrupted, low-latency service; currently experience dropped requests or lag when node limits are reached.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system must prioritize System Administrators’ operational needs by automating placement decisions — this simultaneously reduces FinOps waste and improves developer reliability.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128016"/>
            <a:ext cx="320040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63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Today: AS-IS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" y="777240"/>
            <a:ext cx="12024360" cy="0"/>
          </a:xfrm>
          <a:prstGeom prst="line">
            <a:avLst/>
          </a:prstGeom>
          <a:noFill/>
          <a:ln w="22860">
            <a:solidFill>
              <a:srgbClr val="E494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Developer submits an application manifest with estimated CPU/RAM limits via the CI/CD pipeline — limits are often guessed, causing over-requesting.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default scheduler assigns the workload to the first node with “enough” space — a naive, linear check that causes fragmentation.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node executes the workload alongside existing apps; CPU/RAM usage fluctuates independently, causing contention.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administrator receives a high-utilization alert only after limits are breached — reactive, so degradation has already occurred.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The administrator manually migrates workloads or scales the cluster — slow, stressful, and error-prone.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inefficiency: rigid, single-dimensional provisioning — the workflow never analyzes the whole cluster to pair complementary workloads (e.g. CPU-heavy with memory-heavy) on the same node.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128016"/>
            <a:ext cx="320040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63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the Problem Is Real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" y="777240"/>
            <a:ext cx="12024360" cy="0"/>
          </a:xfrm>
          <a:prstGeom prst="line">
            <a:avLst/>
          </a:prstGeom>
          <a:noFill/>
          <a:ln w="22860">
            <a:solidFill>
              <a:srgbClr val="E494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 of cloud infrastructure spend is wasted, largely driven by over-provisioned and poorly optimized compute resources (Flexera, 2026 State of the Cloud Report).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65% of Kubernetes workloads utilize less than half of their requested CPU and memory (Datadog Container Report).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server environments typically average 15–20% hardware utilization due to inefficient workload bin-packing.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these figures show the fragmentation problem is measured, industry-wide, and financially significant — not assumed.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128016"/>
            <a:ext cx="320040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63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" y="777240"/>
            <a:ext cx="12024360" cy="0"/>
          </a:xfrm>
          <a:prstGeom prst="line">
            <a:avLst/>
          </a:prstGeom>
          <a:noFill/>
          <a:ln w="22860">
            <a:solidFill>
              <a:srgbClr val="E494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current static resource provisioning models in multi-node environments cause severe multi-dimensional resource fragmentation, resulting in an average of 20–30% wasted compute capacity and requiring manual administrative intervention during workload spikes.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1: build an algorithmic bin-packing engine evaluating joint CPU + RAM (2D) resource requests.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2: simulate a multi-node virtual cluster enforcing capacity limits and contention boundaries.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3: incorporate network-aware placement rules to co-locate communication-heavy workloads.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4: develop a database layer logging node state, allocation history &amp; fragmentation metrics.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5: build a visualization dashboard demonstrating a ≥15% reduction in fragmentation vs. round-robin scheduling.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128016"/>
            <a:ext cx="320040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63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Course Integration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" y="777240"/>
            <a:ext cx="12024360" cy="0"/>
          </a:xfrm>
          <a:prstGeom prst="line">
            <a:avLst/>
          </a:prstGeom>
          <a:noFill/>
          <a:ln w="22860">
            <a:solidFill>
              <a:srgbClr val="E494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&amp; Algorithms — multi-dimensional bin-packing heuristics, priority queues, and dynamic programming for optimal placement.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Systems — process scheduling, memory allocation, context-switching overhead, and starvation avoidance.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Networks — latency-aware placement, bandwidth constraints, and inter-process communication (IPC) routing.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Management Systems — relational schema design for node-state tracking, transaction logging, and time-series metrics.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— system architecture design, API development, and module integration for the optimization engine.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128016"/>
            <a:ext cx="320040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63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Boundaries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" y="777240"/>
            <a:ext cx="12024360" cy="0"/>
          </a:xfrm>
          <a:prstGeom prst="line">
            <a:avLst/>
          </a:prstGeom>
          <a:noFill/>
          <a:ln w="22860">
            <a:solidFill>
              <a:srgbClr val="E494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scope: multi-dimensional bin-packing heuristics (e.g. Best-Fit Decreasing) implemented in Python/C++.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scope: a simulated cluster using Minikube and Docker containers to represent nodes and workloads.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scope: a backend API linking the packing engine to the cluster-state database.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scope: a web dashboard mapping real-time resource allocation and algorithmic efficiency.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scope: detection of simulated resource exhaustion and network bandwidth thresholds.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production-grade cloud billing/invoicing modules — exceeds the technical scope and timeline of the academic project.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physical hardware provisioning and bare-metal configuration — unnecessary for demonstrating the algorithmic optimization problem.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internet-scale distributed/peer-to-peer deployment — beyond the compute limits of a local lab environment.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work is strictly bound to the 15-week academic semester.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128016"/>
            <a:ext cx="320040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63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Feasibility, Risks &amp; Success Criteria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" y="777240"/>
            <a:ext cx="12024360" cy="0"/>
          </a:xfrm>
          <a:prstGeom prst="line">
            <a:avLst/>
          </a:prstGeom>
          <a:noFill/>
          <a:ln w="22860">
            <a:solidFill>
              <a:srgbClr val="E494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— Algorithmic: High. Team has foundational DSA knowledge to adapt Knapsack and Bin-Packing algorithms.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— Infrastructure: High. Container orchestration platforms like Minikube allow robust cluster simulation on local machines.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— Integration: Medium. Connecting the C++/Python engine to the web dashboard requires strict API interface contracts.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feasibility: GO — scope is tightly bounded and achievable within the 15-week timeframe.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R01 (Technical, M/H): algorithm latency during traffic spikes — mitigated by bounding time complexity and using greedy heuristics.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R02 (Integration, M/H): engine–database state inconsistency — mitigated by transaction locks and relational constraints.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R03 (Scope, H/M): scope creep into predictive ML forecasting — mitigated by strictly holding to the in-scope list.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 ≥15% fragmentation reduction vs. round-robin; real-time DB logging; working dashboard; 2D bin-packing engine operational.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128016"/>
            <a:ext cx="320040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63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" y="777240"/>
            <a:ext cx="12024360" cy="0"/>
          </a:xfrm>
          <a:prstGeom prst="line">
            <a:avLst/>
          </a:prstGeom>
          <a:noFill/>
          <a:ln w="22860">
            <a:solidFill>
              <a:srgbClr val="E494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Flexera. (2026). State of the Cloud Report. https://share.google/kNuvS44K1gzMEK2vK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Datadog. Container Report — State of Containers and Serverless. https://www.datadoghq.com/state-of-containers-and-serverless/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Resources Defense Council (NRDC). Data Center Efficiency Assessments. https://jemtechgroup.com/wp-content/uploads/2016/09/data-center-efficiency-assessment-IP.pdf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 date: 19 September 2026.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2026-09-18T20:55:39Z</dcterms:created>
  <dcterms:modified xsi:type="dcterms:W3CDTF">2026-09-18T20:55:39Z</dcterms:modified>
</cp:coreProperties>
</file>