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3A2725-3CBC-4EAE-8CDE-E9E281500EF7}" v="1" dt="2026-09-14T16:12:17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jabin Morab" userId="9e256cb8ceb74efb" providerId="LiveId" clId="{91126A59-62BB-4BF0-A2BA-ABE0162A92E9}"/>
    <pc:docChg chg="custSel modSld">
      <pc:chgData name="Mahejabin Morab" userId="9e256cb8ceb74efb" providerId="LiveId" clId="{91126A59-62BB-4BF0-A2BA-ABE0162A92E9}" dt="2026-09-14T17:00:57.667" v="305" actId="1076"/>
      <pc:docMkLst>
        <pc:docMk/>
      </pc:docMkLst>
      <pc:sldChg chg="addSp modSp mod">
        <pc:chgData name="Mahejabin Morab" userId="9e256cb8ceb74efb" providerId="LiveId" clId="{91126A59-62BB-4BF0-A2BA-ABE0162A92E9}" dt="2026-09-14T17:00:57.667" v="305" actId="1076"/>
        <pc:sldMkLst>
          <pc:docMk/>
          <pc:sldMk cId="2499379513" sldId="256"/>
        </pc:sldMkLst>
        <pc:spChg chg="mod">
          <ac:chgData name="Mahejabin Morab" userId="9e256cb8ceb74efb" providerId="LiveId" clId="{91126A59-62BB-4BF0-A2BA-ABE0162A92E9}" dt="2026-09-14T17:00:20.540" v="300" actId="1076"/>
          <ac:spMkLst>
            <pc:docMk/>
            <pc:sldMk cId="2499379513" sldId="256"/>
            <ac:spMk id="8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7:00:30.360" v="301" actId="1076"/>
          <ac:spMkLst>
            <pc:docMk/>
            <pc:sldMk cId="2499379513" sldId="256"/>
            <ac:spMk id="9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7:00:46.879" v="303" actId="1076"/>
          <ac:spMkLst>
            <pc:docMk/>
            <pc:sldMk cId="2499379513" sldId="256"/>
            <ac:spMk id="10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7:00:53.305" v="304" actId="1076"/>
          <ac:spMkLst>
            <pc:docMk/>
            <pc:sldMk cId="2499379513" sldId="256"/>
            <ac:spMk id="11" creationId="{00000000-0000-0000-0000-000000000000}"/>
          </ac:spMkLst>
        </pc:spChg>
        <pc:picChg chg="add mod">
          <ac:chgData name="Mahejabin Morab" userId="9e256cb8ceb74efb" providerId="LiveId" clId="{91126A59-62BB-4BF0-A2BA-ABE0162A92E9}" dt="2026-09-14T17:00:57.667" v="305" actId="1076"/>
          <ac:picMkLst>
            <pc:docMk/>
            <pc:sldMk cId="2499379513" sldId="256"/>
            <ac:picMk id="3" creationId="{06E58630-5620-CC17-543F-68DAAF5483E0}"/>
          </ac:picMkLst>
        </pc:picChg>
        <pc:picChg chg="add mod">
          <ac:chgData name="Mahejabin Morab" userId="9e256cb8ceb74efb" providerId="LiveId" clId="{91126A59-62BB-4BF0-A2BA-ABE0162A92E9}" dt="2026-09-14T16:33:00.396" v="295" actId="1076"/>
          <ac:picMkLst>
            <pc:docMk/>
            <pc:sldMk cId="2499379513" sldId="256"/>
            <ac:picMk id="5" creationId="{C5F3FC69-045B-0867-FEF0-A8E38CC64F1A}"/>
          </ac:picMkLst>
        </pc:picChg>
      </pc:sldChg>
      <pc:sldChg chg="addSp modSp mod">
        <pc:chgData name="Mahejabin Morab" userId="9e256cb8ceb74efb" providerId="LiveId" clId="{91126A59-62BB-4BF0-A2BA-ABE0162A92E9}" dt="2026-09-14T16:14:26.470" v="258" actId="2711"/>
        <pc:sldMkLst>
          <pc:docMk/>
          <pc:sldMk cId="0" sldId="258"/>
        </pc:sldMkLst>
        <pc:spChg chg="mod">
          <ac:chgData name="Mahejabin Morab" userId="9e256cb8ceb74efb" providerId="LiveId" clId="{91126A59-62BB-4BF0-A2BA-ABE0162A92E9}" dt="2026-09-14T16:14:26.470" v="258" actId="2711"/>
          <ac:spMkLst>
            <pc:docMk/>
            <pc:sldMk cId="0" sldId="258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14:26.470" v="258" actId="2711"/>
          <ac:spMkLst>
            <pc:docMk/>
            <pc:sldMk cId="0" sldId="258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14:26.470" v="258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4:26.470" v="258" actId="2711"/>
          <ac:spMkLst>
            <pc:docMk/>
            <pc:sldMk cId="0" sldId="258"/>
            <ac:spMk id="12" creationId="{00000000-0000-0000-0000-000000000000}"/>
          </ac:spMkLst>
        </pc:spChg>
        <pc:picChg chg="add">
          <ac:chgData name="Mahejabin Morab" userId="9e256cb8ceb74efb" providerId="LiveId" clId="{91126A59-62BB-4BF0-A2BA-ABE0162A92E9}" dt="2026-09-14T16:09:07.617" v="122" actId="22"/>
          <ac:picMkLst>
            <pc:docMk/>
            <pc:sldMk cId="0" sldId="258"/>
            <ac:picMk id="3" creationId="{0AB42D24-6B33-4212-D78D-2861326F7972}"/>
          </ac:picMkLst>
        </pc:picChg>
      </pc:sldChg>
      <pc:sldChg chg="addSp modSp mod">
        <pc:chgData name="Mahejabin Morab" userId="9e256cb8ceb74efb" providerId="LiveId" clId="{91126A59-62BB-4BF0-A2BA-ABE0162A92E9}" dt="2026-09-14T16:14:19.108" v="257" actId="20577"/>
        <pc:sldMkLst>
          <pc:docMk/>
          <pc:sldMk cId="0" sldId="259"/>
        </pc:sldMkLst>
        <pc:spChg chg="mod">
          <ac:chgData name="Mahejabin Morab" userId="9e256cb8ceb74efb" providerId="LiveId" clId="{91126A59-62BB-4BF0-A2BA-ABE0162A92E9}" dt="2026-09-14T16:12:43.508" v="204" actId="2711"/>
          <ac:spMkLst>
            <pc:docMk/>
            <pc:sldMk cId="0" sldId="259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12:43.508" v="204" actId="2711"/>
          <ac:spMkLst>
            <pc:docMk/>
            <pc:sldMk cId="0" sldId="259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12:43.508" v="204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2:43.508" v="204" actId="27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2:43.508" v="204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4:19.108" v="257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4:03.129" v="243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3:07.704" v="220" actId="14100"/>
          <ac:spMkLst>
            <pc:docMk/>
            <pc:sldMk cId="0" sldId="259"/>
            <ac:spMk id="16" creationId="{00000000-0000-0000-0000-000000000000}"/>
          </ac:spMkLst>
        </pc:spChg>
        <pc:picChg chg="add mod">
          <ac:chgData name="Mahejabin Morab" userId="9e256cb8ceb74efb" providerId="LiveId" clId="{91126A59-62BB-4BF0-A2BA-ABE0162A92E9}" dt="2026-09-14T16:09:13.385" v="124" actId="1038"/>
          <ac:picMkLst>
            <pc:docMk/>
            <pc:sldMk cId="0" sldId="259"/>
            <ac:picMk id="3" creationId="{F70B7748-4921-528A-DFC1-24A632E57981}"/>
          </ac:picMkLst>
        </pc:picChg>
      </pc:sldChg>
      <pc:sldChg chg="addSp delSp modSp mod">
        <pc:chgData name="Mahejabin Morab" userId="9e256cb8ceb74efb" providerId="LiveId" clId="{91126A59-62BB-4BF0-A2BA-ABE0162A92E9}" dt="2026-09-14T16:24:33.167" v="272" actId="20577"/>
        <pc:sldMkLst>
          <pc:docMk/>
          <pc:sldMk cId="0" sldId="260"/>
        </pc:sldMkLst>
        <pc:spChg chg="mod">
          <ac:chgData name="Mahejabin Morab" userId="9e256cb8ceb74efb" providerId="LiveId" clId="{91126A59-62BB-4BF0-A2BA-ABE0162A92E9}" dt="2026-09-14T16:11:17.357" v="159" actId="2711"/>
          <ac:spMkLst>
            <pc:docMk/>
            <pc:sldMk cId="0" sldId="260"/>
            <ac:spMk id="4" creationId="{CC9C4D2B-F86B-7F37-4F02-AB0DF341BAC3}"/>
          </ac:spMkLst>
        </pc:spChg>
        <pc:spChg chg="mod">
          <ac:chgData name="Mahejabin Morab" userId="9e256cb8ceb74efb" providerId="LiveId" clId="{91126A59-62BB-4BF0-A2BA-ABE0162A92E9}" dt="2026-09-14T16:11:17.357" v="159" actId="2711"/>
          <ac:spMkLst>
            <pc:docMk/>
            <pc:sldMk cId="0" sldId="260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11:17.357" v="159" actId="2711"/>
          <ac:spMkLst>
            <pc:docMk/>
            <pc:sldMk cId="0" sldId="260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24:33.167" v="272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3:35.859" v="234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3:42.526" v="235" actId="14100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Mahejabin Morab" userId="9e256cb8ceb74efb" providerId="LiveId" clId="{91126A59-62BB-4BF0-A2BA-ABE0162A92E9}" dt="2026-09-14T16:12:14.752" v="184" actId="478"/>
          <ac:spMkLst>
            <pc:docMk/>
            <pc:sldMk cId="0" sldId="260"/>
            <ac:spMk id="14" creationId="{00000000-0000-0000-0000-000000000000}"/>
          </ac:spMkLst>
        </pc:spChg>
        <pc:picChg chg="add">
          <ac:chgData name="Mahejabin Morab" userId="9e256cb8ceb74efb" providerId="LiveId" clId="{91126A59-62BB-4BF0-A2BA-ABE0162A92E9}" dt="2026-09-14T16:09:22.461" v="126" actId="22"/>
          <ac:picMkLst>
            <pc:docMk/>
            <pc:sldMk cId="0" sldId="260"/>
            <ac:picMk id="3" creationId="{FE0D298E-B1E3-E0C9-36AC-B98253D111B5}"/>
          </ac:picMkLst>
        </pc:picChg>
        <pc:picChg chg="del">
          <ac:chgData name="Mahejabin Morab" userId="9e256cb8ceb74efb" providerId="LiveId" clId="{91126A59-62BB-4BF0-A2BA-ABE0162A92E9}" dt="2026-09-14T16:09:21.550" v="125" actId="478"/>
          <ac:picMkLst>
            <pc:docMk/>
            <pc:sldMk cId="0" sldId="260"/>
            <ac:picMk id="10" creationId="{AFD6D9E3-5B28-BE3E-9F28-7ED582C3E79A}"/>
          </ac:picMkLst>
        </pc:picChg>
      </pc:sldChg>
      <pc:sldChg chg="addSp delSp modSp mod">
        <pc:chgData name="Mahejabin Morab" userId="9e256cb8ceb74efb" providerId="LiveId" clId="{91126A59-62BB-4BF0-A2BA-ABE0162A92E9}" dt="2026-09-14T16:24:21.752" v="266" actId="1076"/>
        <pc:sldMkLst>
          <pc:docMk/>
          <pc:sldMk cId="0" sldId="261"/>
        </pc:sldMkLst>
        <pc:spChg chg="del mod">
          <ac:chgData name="Mahejabin Morab" userId="9e256cb8ceb74efb" providerId="LiveId" clId="{91126A59-62BB-4BF0-A2BA-ABE0162A92E9}" dt="2026-09-14T16:11:06.371" v="158" actId="478"/>
          <ac:spMkLst>
            <pc:docMk/>
            <pc:sldMk cId="0" sldId="261"/>
            <ac:spMk id="4" creationId="{CC9C4D2B-F86B-7F37-4F02-AB0DF341BAC3}"/>
          </ac:spMkLst>
        </pc:spChg>
        <pc:spChg chg="mod">
          <ac:chgData name="Mahejabin Morab" userId="9e256cb8ceb74efb" providerId="LiveId" clId="{91126A59-62BB-4BF0-A2BA-ABE0162A92E9}" dt="2026-09-14T16:10:58.504" v="157" actId="2711"/>
          <ac:spMkLst>
            <pc:docMk/>
            <pc:sldMk cId="0" sldId="261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10:58.504" v="157" actId="2711"/>
          <ac:spMkLst>
            <pc:docMk/>
            <pc:sldMk cId="0" sldId="261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24:21.752" v="266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58.504" v="157" actId="2711"/>
          <ac:spMkLst>
            <pc:docMk/>
            <pc:sldMk cId="0" sldId="261"/>
            <ac:spMk id="12" creationId="{00000000-0000-0000-0000-000000000000}"/>
          </ac:spMkLst>
        </pc:spChg>
        <pc:picChg chg="add">
          <ac:chgData name="Mahejabin Morab" userId="9e256cb8ceb74efb" providerId="LiveId" clId="{91126A59-62BB-4BF0-A2BA-ABE0162A92E9}" dt="2026-09-14T16:09:28.947" v="128" actId="22"/>
          <ac:picMkLst>
            <pc:docMk/>
            <pc:sldMk cId="0" sldId="261"/>
            <ac:picMk id="3" creationId="{39FB13F6-8FBC-8B5F-111C-8DA062C8C26C}"/>
          </ac:picMkLst>
        </pc:picChg>
        <pc:picChg chg="del">
          <ac:chgData name="Mahejabin Morab" userId="9e256cb8ceb74efb" providerId="LiveId" clId="{91126A59-62BB-4BF0-A2BA-ABE0162A92E9}" dt="2026-09-14T16:09:26.656" v="127" actId="478"/>
          <ac:picMkLst>
            <pc:docMk/>
            <pc:sldMk cId="0" sldId="261"/>
            <ac:picMk id="10" creationId="{AFD6D9E3-5B28-BE3E-9F28-7ED582C3E79A}"/>
          </ac:picMkLst>
        </pc:picChg>
      </pc:sldChg>
      <pc:sldChg chg="addSp delSp modSp mod">
        <pc:chgData name="Mahejabin Morab" userId="9e256cb8ceb74efb" providerId="LiveId" clId="{91126A59-62BB-4BF0-A2BA-ABE0162A92E9}" dt="2026-09-14T16:24:16.033" v="265" actId="1076"/>
        <pc:sldMkLst>
          <pc:docMk/>
          <pc:sldMk cId="0" sldId="262"/>
        </pc:sldMkLst>
        <pc:spChg chg="del mod">
          <ac:chgData name="Mahejabin Morab" userId="9e256cb8ceb74efb" providerId="LiveId" clId="{91126A59-62BB-4BF0-A2BA-ABE0162A92E9}" dt="2026-09-14T16:10:51.731" v="156" actId="478"/>
          <ac:spMkLst>
            <pc:docMk/>
            <pc:sldMk cId="0" sldId="262"/>
            <ac:spMk id="4" creationId="{CC9C4D2B-F86B-7F37-4F02-AB0DF341BAC3}"/>
          </ac:spMkLst>
        </pc:spChg>
        <pc:spChg chg="mod">
          <ac:chgData name="Mahejabin Morab" userId="9e256cb8ceb74efb" providerId="LiveId" clId="{91126A59-62BB-4BF0-A2BA-ABE0162A92E9}" dt="2026-09-14T16:10:29.077" v="139" actId="2711"/>
          <ac:spMkLst>
            <pc:docMk/>
            <pc:sldMk cId="0" sldId="262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10:29.077" v="139" actId="2711"/>
          <ac:spMkLst>
            <pc:docMk/>
            <pc:sldMk cId="0" sldId="262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24:16.033" v="265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29.077" v="139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29.077" v="139" actId="271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29.077" v="139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45.492" v="155" actId="20577"/>
          <ac:spMkLst>
            <pc:docMk/>
            <pc:sldMk cId="0" sldId="262"/>
            <ac:spMk id="15" creationId="{00000000-0000-0000-0000-000000000000}"/>
          </ac:spMkLst>
        </pc:spChg>
        <pc:picChg chg="add">
          <ac:chgData name="Mahejabin Morab" userId="9e256cb8ceb74efb" providerId="LiveId" clId="{91126A59-62BB-4BF0-A2BA-ABE0162A92E9}" dt="2026-09-14T16:09:35.926" v="130" actId="22"/>
          <ac:picMkLst>
            <pc:docMk/>
            <pc:sldMk cId="0" sldId="262"/>
            <ac:picMk id="3" creationId="{950F4BCC-C042-1BC1-3E8E-FAE1B32EBA0D}"/>
          </ac:picMkLst>
        </pc:picChg>
        <pc:picChg chg="del">
          <ac:chgData name="Mahejabin Morab" userId="9e256cb8ceb74efb" providerId="LiveId" clId="{91126A59-62BB-4BF0-A2BA-ABE0162A92E9}" dt="2026-09-14T16:09:33.156" v="129" actId="478"/>
          <ac:picMkLst>
            <pc:docMk/>
            <pc:sldMk cId="0" sldId="262"/>
            <ac:picMk id="10" creationId="{AFD6D9E3-5B28-BE3E-9F28-7ED582C3E79A}"/>
          </ac:picMkLst>
        </pc:picChg>
      </pc:sldChg>
      <pc:sldChg chg="addSp delSp modSp mod">
        <pc:chgData name="Mahejabin Morab" userId="9e256cb8ceb74efb" providerId="LiveId" clId="{91126A59-62BB-4BF0-A2BA-ABE0162A92E9}" dt="2026-09-14T16:24:09.576" v="264" actId="1076"/>
        <pc:sldMkLst>
          <pc:docMk/>
          <pc:sldMk cId="0" sldId="263"/>
        </pc:sldMkLst>
        <pc:spChg chg="del mod">
          <ac:chgData name="Mahejabin Morab" userId="9e256cb8ceb74efb" providerId="LiveId" clId="{91126A59-62BB-4BF0-A2BA-ABE0162A92E9}" dt="2026-09-14T16:10:18.244" v="138" actId="478"/>
          <ac:spMkLst>
            <pc:docMk/>
            <pc:sldMk cId="0" sldId="263"/>
            <ac:spMk id="4" creationId="{CC9C4D2B-F86B-7F37-4F02-AB0DF341BAC3}"/>
          </ac:spMkLst>
        </pc:spChg>
        <pc:spChg chg="mod">
          <ac:chgData name="Mahejabin Morab" userId="9e256cb8ceb74efb" providerId="LiveId" clId="{91126A59-62BB-4BF0-A2BA-ABE0162A92E9}" dt="2026-09-14T16:10:13.797" v="137" actId="2711"/>
          <ac:spMkLst>
            <pc:docMk/>
            <pc:sldMk cId="0" sldId="263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10:13.797" v="137" actId="2711"/>
          <ac:spMkLst>
            <pc:docMk/>
            <pc:sldMk cId="0" sldId="263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24:09.576" v="264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13.797" v="137" actId="2711"/>
          <ac:spMkLst>
            <pc:docMk/>
            <pc:sldMk cId="0" sldId="263"/>
            <ac:spMk id="12" creationId="{00000000-0000-0000-0000-000000000000}"/>
          </ac:spMkLst>
        </pc:spChg>
        <pc:picChg chg="add">
          <ac:chgData name="Mahejabin Morab" userId="9e256cb8ceb74efb" providerId="LiveId" clId="{91126A59-62BB-4BF0-A2BA-ABE0162A92E9}" dt="2026-09-14T16:09:40.448" v="132" actId="22"/>
          <ac:picMkLst>
            <pc:docMk/>
            <pc:sldMk cId="0" sldId="263"/>
            <ac:picMk id="3" creationId="{506DEB8E-19CC-FE18-7A7B-00A893380829}"/>
          </ac:picMkLst>
        </pc:picChg>
        <pc:picChg chg="del">
          <ac:chgData name="Mahejabin Morab" userId="9e256cb8ceb74efb" providerId="LiveId" clId="{91126A59-62BB-4BF0-A2BA-ABE0162A92E9}" dt="2026-09-14T16:09:39.325" v="131" actId="478"/>
          <ac:picMkLst>
            <pc:docMk/>
            <pc:sldMk cId="0" sldId="263"/>
            <ac:picMk id="10" creationId="{AFD6D9E3-5B28-BE3E-9F28-7ED582C3E79A}"/>
          </ac:picMkLst>
        </pc:picChg>
      </pc:sldChg>
      <pc:sldChg chg="addSp modSp mod">
        <pc:chgData name="Mahejabin Morab" userId="9e256cb8ceb74efb" providerId="LiveId" clId="{91126A59-62BB-4BF0-A2BA-ABE0162A92E9}" dt="2026-09-14T16:24:01.741" v="263" actId="1076"/>
        <pc:sldMkLst>
          <pc:docMk/>
          <pc:sldMk cId="0" sldId="264"/>
        </pc:sldMkLst>
        <pc:spChg chg="mod">
          <ac:chgData name="Mahejabin Morab" userId="9e256cb8ceb74efb" providerId="LiveId" clId="{91126A59-62BB-4BF0-A2BA-ABE0162A92E9}" dt="2026-09-14T16:10:04.960" v="136" actId="2711"/>
          <ac:spMkLst>
            <pc:docMk/>
            <pc:sldMk cId="0" sldId="264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10:04.960" v="136" actId="2711"/>
          <ac:spMkLst>
            <pc:docMk/>
            <pc:sldMk cId="0" sldId="264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24:01.741" v="263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04.960" v="136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04.960" v="136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04.960" v="136" actId="2711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10:04.960" v="136" actId="2711"/>
          <ac:spMkLst>
            <pc:docMk/>
            <pc:sldMk cId="0" sldId="264"/>
            <ac:spMk id="15" creationId="{00000000-0000-0000-0000-000000000000}"/>
          </ac:spMkLst>
        </pc:spChg>
        <pc:picChg chg="add">
          <ac:chgData name="Mahejabin Morab" userId="9e256cb8ceb74efb" providerId="LiveId" clId="{91126A59-62BB-4BF0-A2BA-ABE0162A92E9}" dt="2026-09-14T16:09:43.805" v="133" actId="22"/>
          <ac:picMkLst>
            <pc:docMk/>
            <pc:sldMk cId="0" sldId="264"/>
            <ac:picMk id="3" creationId="{96172DEC-23A1-00F2-E9F9-738F5D1317FA}"/>
          </ac:picMkLst>
        </pc:picChg>
      </pc:sldChg>
      <pc:sldChg chg="addSp modSp mod">
        <pc:chgData name="Mahejabin Morab" userId="9e256cb8ceb74efb" providerId="LiveId" clId="{91126A59-62BB-4BF0-A2BA-ABE0162A92E9}" dt="2026-09-14T16:23:52.959" v="262" actId="255"/>
        <pc:sldMkLst>
          <pc:docMk/>
          <pc:sldMk cId="0" sldId="265"/>
        </pc:sldMkLst>
        <pc:spChg chg="mod">
          <ac:chgData name="Mahejabin Morab" userId="9e256cb8ceb74efb" providerId="LiveId" clId="{91126A59-62BB-4BF0-A2BA-ABE0162A92E9}" dt="2026-09-14T16:09:54.735" v="135" actId="2711"/>
          <ac:spMkLst>
            <pc:docMk/>
            <pc:sldMk cId="0" sldId="265"/>
            <ac:spMk id="5" creationId="{6D28A002-B999-C48F-6D62-FC0DAFDDF99B}"/>
          </ac:spMkLst>
        </pc:spChg>
        <pc:spChg chg="mod">
          <ac:chgData name="Mahejabin Morab" userId="9e256cb8ceb74efb" providerId="LiveId" clId="{91126A59-62BB-4BF0-A2BA-ABE0162A92E9}" dt="2026-09-14T16:09:54.735" v="135" actId="2711"/>
          <ac:spMkLst>
            <pc:docMk/>
            <pc:sldMk cId="0" sldId="265"/>
            <ac:spMk id="6" creationId="{808E8238-AD79-D705-B3AC-37D89006C022}"/>
          </ac:spMkLst>
        </pc:spChg>
        <pc:spChg chg="mod">
          <ac:chgData name="Mahejabin Morab" userId="9e256cb8ceb74efb" providerId="LiveId" clId="{91126A59-62BB-4BF0-A2BA-ABE0162A92E9}" dt="2026-09-14T16:23:52.959" v="262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09:54.735" v="135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09:54.735" v="135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09:54.735" v="135" actId="271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09:54.735" v="135" actId="2711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hejabin Morab" userId="9e256cb8ceb74efb" providerId="LiveId" clId="{91126A59-62BB-4BF0-A2BA-ABE0162A92E9}" dt="2026-09-14T16:09:54.735" v="135" actId="2711"/>
          <ac:spMkLst>
            <pc:docMk/>
            <pc:sldMk cId="0" sldId="265"/>
            <ac:spMk id="16" creationId="{00000000-0000-0000-0000-000000000000}"/>
          </ac:spMkLst>
        </pc:spChg>
        <pc:picChg chg="add">
          <ac:chgData name="Mahejabin Morab" userId="9e256cb8ceb74efb" providerId="LiveId" clId="{91126A59-62BB-4BF0-A2BA-ABE0162A92E9}" dt="2026-09-14T16:09:46.670" v="134" actId="22"/>
          <ac:picMkLst>
            <pc:docMk/>
            <pc:sldMk cId="0" sldId="265"/>
            <ac:picMk id="3" creationId="{DD39B5C9-DD9D-6B82-7B90-20A7B1B7FD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7A478-D5BD-42C5-9D73-BEB62458018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41919-690D-444A-8E33-4EBE816A9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54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919-690D-444A-8E33-4EBE816A957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98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2470-6F69-47CD-152C-9CED0EFFA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CD0D7-3C44-AC10-02BE-CB274F89D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A837-E105-0470-D3D4-7B06925E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B8978-0DC7-9F3D-6025-3E1AF42C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EF88-A03D-A1EB-AC56-C4BE7B4A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47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CE78-6EFE-AC5C-B82A-1B286C37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63848-645C-865F-BE58-FA53E0689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A828-FB57-68E1-8844-FCCB403E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C5CB2-130D-1659-7A8B-8200D59D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1222-8E8F-1903-1312-C2745BED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7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E5EA-C028-77CA-3FCD-96995BCF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73E4-1A74-B29F-B8BE-B2FFEC9B5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D62E0-9E6D-53CE-02BC-07B0B663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02C8-FC31-5CFC-8841-9F40CCA2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5108-C9D4-9F39-DCF1-A9B06F6A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5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E6CD-5DD7-377D-BE7F-A878101C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AF46-3840-72F8-D3B6-301DE7127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57776-0294-D731-6100-D3F99A2E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BB42E-93EE-4D76-6F3C-1CA96233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F9B02-381F-3167-4568-96663475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B7996-3952-F361-930F-6E0D6CF4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5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BAF2-04AE-42EC-9A75-F389EB99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3558A-59FC-54A7-3BD7-007CECB8D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69140-B5DF-3728-9736-DC2539992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63CDE-D069-0A82-B568-865AF8EDE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DE959-4F62-DB66-0CC8-589104C3C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D5546-7030-2403-A4A4-DD717706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3DD0E-D220-5D1A-3592-95AC18EB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7A302-58EA-5D35-705F-7CC51681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1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CE4F-8BBC-1370-9F19-E731A3FA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E6106-7E21-AFDC-80A6-3321869B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DAB3-1ACE-7493-B84D-E9AB4028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3676E-E045-A7AB-48E9-6C113045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6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64190-C29E-BAE1-F6F0-98B2737F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BB8E3-6FC7-1D44-7464-0DF1F039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9EFE7-964B-3D4F-DA2E-04D9F85E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53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116A-8A25-8D13-9BC9-47216E01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F3CAA-463F-641E-79E9-AD006D9C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E91CA-0048-C2D2-2F35-73174E748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EDBC2-7C54-5FE5-6F5B-EAB118BF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ED667-7357-AC2A-F80C-BBAF3B86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DC4F2-90BB-95A1-F649-A289CE65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4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096C-6E69-81A3-84B4-2E623A63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AAC60-86EA-658D-D32D-5BE527912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0B0FB-3B39-9317-01CF-1D48E0B61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6A11-2396-2AF5-2161-D9F0B7BF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BA76-D44D-2CDB-F3D4-827B7F97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9F546-44B0-5305-C79F-4BEC7205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9CAE-B548-717C-5386-C6D682D5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F9182-15AB-DA4E-6D3D-02CDF03D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E0C6C-45C0-38F1-CC32-055B00AB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18FBA-31C8-EBAE-27CB-B1365956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E5BD0-0C30-1962-C11E-EABD045F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21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EA9D9-58AF-5F97-A6FB-E26C1826D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52EDE-7AC1-2CAC-E2F3-C44AA4FD5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77B4-98F9-FF44-BAFF-E83E646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AFD3-CC99-B583-8AC1-9664594F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D4B74-C40E-8036-5DD5-0648D69D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5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23724-DA81-B1CD-6C3A-3511EF91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6990B-7AA8-316C-CAB1-9A5EAA3E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1B12-069C-9C93-6828-F3B2835ED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51546-1686-4C0B-B9BE-3163B404F5B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8572-882D-FB2A-CDCF-DCC280EA4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AD2AA-64CD-E80A-E379-A1B5E652C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6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74FFEC-6BC9-DCD6-689B-696B333D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58064" y="1842086"/>
            <a:ext cx="7680960" cy="100335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32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S1: Functional Requirements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8064" y="2793996"/>
            <a:ext cx="7498079" cy="32624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2000" b="0">
                <a:solidFill>
                  <a:srgbClr val="141414"/>
                </a:solidFill>
                <a:latin typeface="Aptos"/>
              </a:defRPr>
            </a:pPr>
            <a:r>
              <a:rPr dirty="0"/>
              <a:t>Engine Decomposition &amp; Requirements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9504" y="3133534"/>
            <a:ext cx="7498079" cy="29546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800" b="0">
                <a:solidFill>
                  <a:srgbClr val="141414"/>
                </a:solidFill>
                <a:latin typeface="Aptos"/>
              </a:defRPr>
            </a:pPr>
            <a:r>
              <a:rPr dirty="0"/>
              <a:t>Gate 1: Requirements Baseline</a:t>
            </a:r>
          </a:p>
        </p:txBody>
      </p:sp>
      <p:sp>
        <p:nvSpPr>
          <p:cNvPr id="11" name="TextBox 10"/>
          <p:cNvSpPr txBox="1"/>
          <p:nvPr/>
        </p:nvSpPr>
        <p:spPr>
          <a:xfrm rot="10800000" flipV="1">
            <a:off x="3572058" y="3548049"/>
            <a:ext cx="5270089" cy="24929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500" b="0">
                <a:solidFill>
                  <a:srgbClr val="141414"/>
                </a:solidFill>
                <a:latin typeface="Aptos"/>
              </a:defRPr>
            </a:pPr>
            <a:r>
              <a:rPr dirty="0"/>
              <a:t>Team Number:                                        Guide: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58630-5620-CC17-543F-68DAAF548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3275"/>
            <a:ext cx="12192000" cy="3514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F3FC69-045B-0867-FEF0-A8E38CC64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386172"/>
            <a:ext cx="876935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7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2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732995" y="204470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1. What Is S1?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8229600" cy="31700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S1 is the stage where we write down exactly what the system must do.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We start from the approved S0 problem, users, pain points and scope.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We find the main technical jobs the system needs to do.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We group related jobs into engines. Each engine can be explained, owned, built and tested on its own.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After the requirements are written, we add the requirement IDs to each engine.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42D24-6B33-4212-D78D-2861326F7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3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290543" y="272981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2. What We Must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8229600" cy="40164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1. SRS – the list of what the system must do.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2. Use Cases – how each user uses the system.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3. Acceptance Criteria – a clear test for when each requirement is done.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4. Priority Table – Mandatory or Challenge for each requirement.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5. Traceability Matrix – links each requirement to its need, design and test.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6. Engine Decomposition – requirements grouped into engines.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7. Engine Description Sheets – one sheet for each engine.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D298E-B1E3-E0C9-36AC-B98253D11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4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320040" y="275754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3. Functional Requirements (FR)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24128"/>
            <a:ext cx="3840480" cy="60324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19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What the System Does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defRPr sz="1900" b="1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49110" y="1053893"/>
            <a:ext cx="3840480" cy="60324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19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Data and Results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defRPr sz="1900" b="1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417320"/>
            <a:ext cx="3886200" cy="497059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Add a workload with a name, CPU and RAM.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Admin creates virtual nodes with CPU, RAM and bandwidth.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Place workloads using Best-Fit Decreasing.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Also place with round-robin to compare.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lang="en-IN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Mark a workload "Unplaced" with a reason if nothing fits.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Keep used and free CPU and RAM correct.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Suggest a move if it lowers wasted 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0351" y="1519064"/>
            <a:ext cx="4114800" cy="46782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Alert when a node reaches 90% CPU or RAM.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Warn when a node crosses its bandwidth limit.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Save all data and history in a database.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Give an API so all parts share data.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Calculate utilization % and fragmentation %.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Show usage on a dashboard that updates by itself.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Compare both methods and show the % improvement.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0F4BCC-C042-1BC1-3E8E-FAE1B32EB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5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732995" y="204470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4. Non-Functional Requirements (NFR)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8229600" cy="42165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Fast: 100 workloads on 20 nodes placed in 2 seconds or less.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Less waste: at least 15% lower fragmentation than round-robin.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Reliable: engine data and database data match in 100 test runs.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Easy to use: 5 of 5 new users find a node's usage within 1 minute.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Repeatable: the same input gives the same result every time.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Low cost: runs on an 8 GB student laptop using free tools.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• Scalable: 50 nodes and 500 workloads in 10 seconds or less.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42D24-6B33-4212-D78D-2861326F7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6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310207" y="272981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5. Who Uses 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8229600" cy="2554545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Administrator – sets up virtual nodes, runs placement, gets alerts and move suggestions.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Developer – adds a workload with its CPU and RAM, and removes it when finished.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FinOps Analyst – sees usage and wasted capacity, compares the two methods, checks past runs.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Cluster Database (system) – saves every change safely and reloads it when needed.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Use cases cover normal, boundary and exception paths, not only the happy path.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DEB8E-19CC-FE18-7A7B-00A893380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7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300376" y="267265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6. Mandatory vs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24128"/>
            <a:ext cx="3840480" cy="31085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1900" b="1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Mandatory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024128"/>
            <a:ext cx="3840480" cy="31085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1900" b="1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Challenge (Stretch)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17320"/>
            <a:ext cx="3886200" cy="26776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Must be done for the project to be accepted.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FR01 to FR07.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FR09 to FR13.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NFR01 to NFR06.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417320"/>
            <a:ext cx="3886200" cy="20774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Extra goals if time allows.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FR08 – bandwidth warning.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FR14 – move suggestion.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NFR07 – works when the cluster gets bigger.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72DEC-23A1-00F2-E9F9-738F5D131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8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290543" y="272981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7. How We Make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8229600" cy="240065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1. Problem Function – pick a major job from S0.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2. Responsibility Group – group jobs that need the same mechanism.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3. Technical Responsibility – write one clear responsibility.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4. Engine Boundary – decide what the engine owns and does not own.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5. Engine Definition – name it by its job, not a screen or layer.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6. Ownership – one student owns the engine fully.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7. Requirement Link – add the FR/NFR IDs after the SRS is done.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00000"/>
            <a:ext cx="10263894" cy="48013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15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REQUIREMENT -&gt; CLUSTER -&gt; RESPONSIBILITY -&gt; ENGINE -&gt; OWNER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D298E-B1E3-E0C9-36AC-B98253D11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9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732995" y="204470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8. The Four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8229600" cy="2369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E1 Workload Placement – decides which node each workload goes to.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E2 Cluster Simulation &amp; Resource Tracking – makes virtual nodes, tracks usage, warns when nearly full.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E3 Cluster State &amp; Allocation Logging – stores all data safely and shares it through an API.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E4 Fragmentation Metrics &amp; Dashboard – calculates results, compares methods and shows them.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Avoid names like "Frontend", "Backend" or "Database". Name an engine by its job.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42D24-6B33-4212-D78D-2861326F7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latin typeface="Bookman Old Style" panose="02050604050505020204" pitchFamily="18" charset="0"/>
              </a:rP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>
                <a:latin typeface="Bookman Old Style" panose="02050604050505020204" pitchFamily="18" charset="0"/>
              </a:rPr>
              <a:t>10</a:t>
            </a:r>
            <a:endParaRPr lang="en-IN" altLang="en-US">
              <a:solidFill>
                <a:srgbClr val="89898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11" name="TextBox 10"/>
          <p:cNvSpPr txBox="1"/>
          <p:nvPr/>
        </p:nvSpPr>
        <p:spPr>
          <a:xfrm>
            <a:off x="732995" y="204470"/>
            <a:ext cx="8961120" cy="43396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Bookman Old Style" panose="02050604050505020204" pitchFamily="18" charset="0"/>
              </a:rPr>
              <a:t>9. Before Gate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8229600" cy="2369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Every requirement links back to a need from S0 and forward to design (S2–S4) and tests.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The Traceability Matrix is a live document. Update it at every gate.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Acceptance criteria must be specific and testable. Vague ones will not pass.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Bookman Old Style" panose="02050604050505020204" pitchFamily="18" charset="0"/>
              </a:rPr>
              <a:t>• At Gate 1, explain each engine's job, its owner and how success is measured.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42D24-6B33-4212-D78D-2861326F7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974</Words>
  <Application>Microsoft Office PowerPoint</Application>
  <PresentationFormat>Widescreen</PresentationFormat>
  <Paragraphs>128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V Gurlahosur</dc:creator>
  <cp:lastModifiedBy>Joshua Dasari</cp:lastModifiedBy>
  <cp:revision>3</cp:revision>
  <dcterms:created xsi:type="dcterms:W3CDTF">2026-09-11T08:58:26Z</dcterms:created>
  <dcterms:modified xsi:type="dcterms:W3CDTF">2026-10-06T16:43:14Z</dcterms:modified>
</cp:coreProperties>
</file>